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Banking Analytics | Portfolio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• Independent synthetic dataset</a:t>
            </a:r>
          </a:p>
          <a:p>
            <a:pPr>
              <a:spcAft>
                <a:spcPts val="2000"/>
              </a:spcAft>
              <a:defRPr sz="2200"/>
            </a:pPr>
            <a:r>
              <a:t>• 5,000 transactions | 500 customers | 350 loans</a:t>
            </a:r>
          </a:p>
          <a:p>
            <a:pPr>
              <a:spcAft>
                <a:spcPts val="2000"/>
              </a:spcAft>
              <a:defRPr sz="2200"/>
            </a:pPr>
            <a:r>
              <a:t>• SQL • Excel • Power BI • Data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• How reliably do transactions complete?</a:t>
            </a:r>
          </a:p>
          <a:p>
            <a:pPr>
              <a:spcAft>
                <a:spcPts val="2000"/>
              </a:spcAft>
              <a:defRPr sz="2200"/>
            </a:pPr>
            <a:r>
              <a:t>• How much modeled fee revenue is generated?</a:t>
            </a:r>
          </a:p>
          <a:p>
            <a:pPr>
              <a:spcAft>
                <a:spcPts val="2000"/>
              </a:spcAft>
              <a:defRPr sz="2200"/>
            </a:pPr>
            <a:r>
              <a:t>• Where is outstanding loan exposure concentrated?</a:t>
            </a:r>
          </a:p>
          <a:p>
            <a:pPr>
              <a:spcAft>
                <a:spcPts val="2000"/>
              </a:spcAft>
              <a:defRPr sz="2200"/>
            </a:pPr>
            <a:r>
              <a:t>• How much exposure is 30+ days past due?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Executive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• Transaction completion rate: 94.0%</a:t>
            </a:r>
          </a:p>
          <a:p>
            <a:pPr>
              <a:spcAft>
                <a:spcPts val="2000"/>
              </a:spcAft>
              <a:defRPr sz="2200"/>
            </a:pPr>
            <a:r>
              <a:t>• Completed transaction fees: $13,417.50</a:t>
            </a:r>
          </a:p>
          <a:p>
            <a:pPr>
              <a:spcAft>
                <a:spcPts val="2000"/>
              </a:spcAft>
              <a:defRPr sz="2200"/>
            </a:pPr>
            <a:r>
              <a:t>• Outstanding loan exposure: $15.77M</a:t>
            </a:r>
          </a:p>
          <a:p>
            <a:pPr>
              <a:spcAft>
                <a:spcPts val="2000"/>
              </a:spcAft>
              <a:defRPr sz="2200"/>
            </a:pPr>
            <a:r>
              <a:t>• 30+ DPD exposure: $3.63M (22.98%)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Analytical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• Define grain and KPI formulas before aggregation</a:t>
            </a:r>
          </a:p>
          <a:p>
            <a:pPr>
              <a:spcAft>
                <a:spcPts val="2000"/>
              </a:spcAft>
              <a:defRPr sz="2200"/>
            </a:pPr>
            <a:r>
              <a:t>• Use customer dimension and separate loan/transaction fact tables</a:t>
            </a:r>
          </a:p>
          <a:p>
            <a:pPr>
              <a:spcAft>
                <a:spcPts val="2000"/>
              </a:spcAft>
              <a:defRPr sz="2200"/>
            </a:pPr>
            <a:r>
              <a:t>• Validate totals in SQL and Power BI against independent checks</a:t>
            </a:r>
          </a:p>
          <a:p>
            <a:pPr>
              <a:spcAft>
                <a:spcPts val="2000"/>
              </a:spcAft>
              <a:defRPr sz="2200"/>
            </a:pPr>
            <a:r>
              <a:t>• Avoid equating transaction volume with revenue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Recommendations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/>
            </a:pPr>
            <a:r>
              <a:t>• Monitor 30+ DPD exposure by loan product and risk tier</a:t>
            </a:r>
          </a:p>
          <a:p>
            <a:pPr>
              <a:spcAft>
                <a:spcPts val="2000"/>
              </a:spcAft>
              <a:defRPr sz="2200"/>
            </a:pPr>
            <a:r>
              <a:t>• Investigate incomplete transactions by type and region</a:t>
            </a:r>
          </a:p>
          <a:p>
            <a:pPr>
              <a:spcAft>
                <a:spcPts val="2000"/>
              </a:spcAft>
              <a:defRPr sz="2200"/>
            </a:pPr>
            <a:r>
              <a:t>• Add historical loan snapshots before claiming a trend</a:t>
            </a:r>
          </a:p>
          <a:p>
            <a:pPr>
              <a:spcAft>
                <a:spcPts val="2000"/>
              </a:spcAft>
              <a:defRPr sz="2200"/>
            </a:pPr>
            <a:r>
              <a:t>• Synthetic data does not support fraud or default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